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58"/>
  </p:normalViewPr>
  <p:slideViewPr>
    <p:cSldViewPr snapToGrid="0">
      <p:cViewPr>
        <p:scale>
          <a:sx n="400" d="100"/>
          <a:sy n="400" d="100"/>
        </p:scale>
        <p:origin x="-10376" y="-8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95842-7593-5BB4-C48B-354B384DD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CC182-5168-6EF0-D279-05B9E210B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D3C11-EB8F-C261-E6C5-4CB0F6A8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7E5E4-9EA2-F691-2C53-1CE767604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8F685-0310-5141-7C51-784ADCA8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9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1492-2402-C78E-82C9-74C0E7B0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E0C50-CE0C-2584-07E2-15AF41FAF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E620-06B4-9C44-BAFF-C16892BC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0047B-4C1C-AF6D-98E7-A8E7C24B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A12E2-1234-7AC3-13CE-B14528A8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2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AE9-EF08-A9E2-B074-EF4313039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32BD6-554E-2AFB-8050-7998A66B6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BA313-D870-8B4C-D9EA-7A9FB6AD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9D830-67FC-7C67-E8DE-3E27AA3C1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FB02D-0046-D660-ED49-FF95E67D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2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BC8B-A00B-6B82-FFF6-95AD8476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144F4-90B0-7B87-1840-A541D51F9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54531-59B1-4E03-E487-7C2D5DEE8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235E1-1D80-1356-80C9-5A0BDC20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94F68-670F-69DC-1301-25E436B4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ADDE0-7831-298E-ACEF-76B394D4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6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89AF-CFCB-06E6-BB32-FE353F65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951E0-0EB3-9E1E-59D0-F391B12F4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3E175-7813-5ABD-4CF2-400550450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2204B-0BB7-9F07-0C8F-8BF9DD992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FB450-EA85-DB44-838F-8F161E441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66703-858D-1FAF-CECE-DE146C97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E2F62A-B921-F1FD-B68A-50DCD03E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03342-6DDD-8EE1-0FF3-3268EF94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1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0A02-9479-2C02-73CB-B059FF800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C35BF-3D7A-1636-BE7D-1DD7BF8E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25BEA-1BB8-4654-5731-3C2DAC66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EF2A0-8D68-BF2A-4218-0E28EA41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5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E096C-1151-D2B1-CD56-9566FA939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2CAC-9094-9582-3C32-0E16C892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7391C-16C1-B5BF-591E-7F8D7487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5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29E8-A088-B071-73B3-2B8E0889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79B0-FDAC-BC13-A590-7AC1D5360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7732C-3D71-9BE5-6E7B-9E51087FF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A0AF0-3BFC-9A36-2FB0-1C7F5C03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BE0DC-A62D-7A21-29F7-9D167673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EB10D-6D77-1D60-25ED-5C45E457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1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4537-7E2B-5CA5-4AD7-BAD375354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1A9BA-AD1D-8ABE-6E12-4D6084076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AF62B-9A8D-59B1-B96D-38B4EF21E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2D267-2ED5-34A8-0772-A852CFB47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A4DE-9C5F-CC16-DC2A-A1448D1D5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F28E9-A424-150C-5030-BF2429DC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0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8F49-65E3-2FFB-AF23-84C1ACC5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E2874-B169-EAD5-6EA8-3644BE7EF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04126-50F1-7E00-D85E-D2BBF771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54BAB-9896-286C-0030-13167027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0062E-222F-7C18-00D2-30040F5D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5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522E2-619E-6F2C-9625-B3057CEB4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BF056-A7D2-7BBF-FBD9-D91A75EF0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440BA-D4B9-C216-FB67-6A276562B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60446-638D-168D-0061-B29D59ED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B21F4-AF45-7CD8-933E-A84352D2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0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44A2D-873C-CBE4-54B8-052FFBB2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78327-49D2-2AAD-141A-0E74F4954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D05AC-111E-E3AD-ECEA-CB6093C63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8AAEC-1A47-D346-B96D-276A8B9AC89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BD131-D35F-4779-FFD4-386519BBD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B068B-B1B3-F67B-3540-FFC9242BD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CA3AF-D7B6-8D4A-8F02-4F0120058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2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B188-AE32-A047-9016-70E134AF1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T1D </a:t>
            </a:r>
            <a:r>
              <a:rPr lang="en-US" i="1" dirty="0"/>
              <a:t>in vitro </a:t>
            </a:r>
            <a:r>
              <a:rPr lang="en-US" dirty="0"/>
              <a:t>data explorer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AD62D-1E9E-412F-F0F0-C6EFBDCA55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41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7B028E-DFFD-F681-7F5E-F5ED4447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T1D disease modeling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42C8E-8DAE-AD20-26EA-9CE653B456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44" b="18304"/>
          <a:stretch>
            <a:fillRect/>
          </a:stretch>
        </p:blipFill>
        <p:spPr>
          <a:xfrm>
            <a:off x="1303751" y="1949984"/>
            <a:ext cx="10050049" cy="442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8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FB86-6878-53A6-C1EC-4FA95236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757"/>
            <a:ext cx="10515600" cy="1325563"/>
          </a:xfrm>
        </p:spPr>
        <p:txBody>
          <a:bodyPr/>
          <a:lstStyle/>
          <a:p>
            <a:r>
              <a:rPr lang="en-US" dirty="0"/>
              <a:t>Curated in vitro datasets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90476E-299F-B7FA-5DB4-59F643EC9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29429"/>
            <a:ext cx="777240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6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1B9E-F952-8C3B-05D4-284BEC4F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DATAHUB repository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15F58D-09C6-4A6C-4445-A02034DC3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1479"/>
            <a:ext cx="4583763" cy="5187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198187-A40F-FCDB-0320-1CC389A92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674" y="850226"/>
            <a:ext cx="5828088" cy="564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8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46B735-58AD-DF73-6CCA-F7EB7FAE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for an application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6024F-3EE5-92BA-94DC-50C094ED9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data are housed together, but are not in a format that is easily accessible and searchable.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There are variety of data types, in vitro models and treatments that when visualized together could provide a deeper understanding of the </a:t>
            </a:r>
            <a:r>
              <a:rPr lang="en-US" dirty="0" err="1"/>
              <a:t>chnages</a:t>
            </a:r>
            <a:r>
              <a:rPr lang="en-US" dirty="0"/>
              <a:t> of a particular gene or </a:t>
            </a:r>
            <a:r>
              <a:rPr lang="en-US"/>
              <a:t>protein during the disease manifestation.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88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5483-E9DA-23BF-FF07-9C15C125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8FE0F1-CCFC-1E3A-048D-5488FD061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4300" y="1829594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78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72</Words>
  <Application>Microsoft Macintosh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T1D in vitro data explorer</vt:lpstr>
      <vt:lpstr>T1D disease modeling</vt:lpstr>
      <vt:lpstr>Curated in vitro datasets</vt:lpstr>
      <vt:lpstr>DATAHUB repository</vt:lpstr>
      <vt:lpstr>Rational for an application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Sarkar, Soumyadeep</dc:creator>
  <cp:lastModifiedBy>Sarkar, Soumyadeep</cp:lastModifiedBy>
  <cp:revision>2</cp:revision>
  <dcterms:created xsi:type="dcterms:W3CDTF">2026-06-02T19:40:05Z</dcterms:created>
  <dcterms:modified xsi:type="dcterms:W3CDTF">2026-06-05T04:08:45Z</dcterms:modified>
</cp:coreProperties>
</file>